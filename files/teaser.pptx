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8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4637"/>
    <a:srgbClr val="2C5214"/>
    <a:srgbClr val="2757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54" d="100"/>
          <a:sy n="54" d="100"/>
        </p:scale>
        <p:origin x="556" y="4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4"/><Relationship Id="rId7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4.png"/><Relationship Id="rId5" Type="http://schemas.microsoft.com/office/2007/relationships/media" Target="../media/media3.mp4"/><Relationship Id="rId10" Type="http://schemas.openxmlformats.org/officeDocument/2006/relationships/image" Target="../media/image3.png"/><Relationship Id="rId4" Type="http://schemas.openxmlformats.org/officeDocument/2006/relationships/video" Target="../media/media2.mp4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C090B58-1538-43D3-8EB9-0B2A71846A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627968"/>
            <a:ext cx="3240000" cy="3240000"/>
          </a:xfrm>
          <a:prstGeom prst="rect">
            <a:avLst/>
          </a:prstGeom>
        </p:spPr>
      </p:pic>
      <p:pic>
        <p:nvPicPr>
          <p:cNvPr id="6" name="2025_11_21_09_39_39_exp_driving">
            <a:hlinkClick r:id="" action="ppaction://media"/>
            <a:extLst>
              <a:ext uri="{FF2B5EF4-FFF2-40B4-BE49-F238E27FC236}">
                <a16:creationId xmlns:a16="http://schemas.microsoft.com/office/drawing/2014/main" id="{3DDD989E-CDC4-4C52-84E8-2F24A4940E9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696546" y="0"/>
            <a:ext cx="2880000" cy="2880000"/>
          </a:xfrm>
          <a:prstGeom prst="rect">
            <a:avLst/>
          </a:prstGeom>
        </p:spPr>
      </p:pic>
      <p:pic>
        <p:nvPicPr>
          <p:cNvPr id="8" name="2025_11_21_09_39_39_driving">
            <a:hlinkClick r:id="" action="ppaction://media"/>
            <a:extLst>
              <a:ext uri="{FF2B5EF4-FFF2-40B4-BE49-F238E27FC236}">
                <a16:creationId xmlns:a16="http://schemas.microsoft.com/office/drawing/2014/main" id="{9E5AEF7F-4D6A-420C-9813-8AC05C882942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696546" y="3525430"/>
            <a:ext cx="2880000" cy="2880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D7B6871-DD10-4ED5-9DE3-BA3711DFE631}"/>
              </a:ext>
            </a:extLst>
          </p:cNvPr>
          <p:cNvSpPr txBox="1"/>
          <p:nvPr/>
        </p:nvSpPr>
        <p:spPr>
          <a:xfrm>
            <a:off x="3765781" y="2880000"/>
            <a:ext cx="285386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260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Exp. Driving Video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0FED53-7139-413E-8476-4A484A0F7A55}"/>
              </a:ext>
            </a:extLst>
          </p:cNvPr>
          <p:cNvSpPr txBox="1"/>
          <p:nvPr/>
        </p:nvSpPr>
        <p:spPr>
          <a:xfrm>
            <a:off x="3752715" y="6405430"/>
            <a:ext cx="288000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260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Pose Driving Video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63A25DD-2AAE-4BE7-A801-5D271C5E78F9}"/>
              </a:ext>
            </a:extLst>
          </p:cNvPr>
          <p:cNvSpPr txBox="1"/>
          <p:nvPr/>
        </p:nvSpPr>
        <p:spPr>
          <a:xfrm>
            <a:off x="569272" y="4867968"/>
            <a:ext cx="21014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260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Driving Video</a:t>
            </a:r>
            <a:endParaRPr lang="zh-CN" altLang="en-US" dirty="0"/>
          </a:p>
        </p:txBody>
      </p:sp>
      <p:pic>
        <p:nvPicPr>
          <p:cNvPr id="12" name="2025_11_21_09_39_39_ours">
            <a:hlinkClick r:id="" action="ppaction://media"/>
            <a:extLst>
              <a:ext uri="{FF2B5EF4-FFF2-40B4-BE49-F238E27FC236}">
                <a16:creationId xmlns:a16="http://schemas.microsoft.com/office/drawing/2014/main" id="{AEE00466-5DC9-40E1-8735-8EF5C231995E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951999" y="1627968"/>
            <a:ext cx="3240000" cy="32400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F2824E8-ED76-45F5-ABBA-04986992F118}"/>
              </a:ext>
            </a:extLst>
          </p:cNvPr>
          <p:cNvSpPr txBox="1"/>
          <p:nvPr/>
        </p:nvSpPr>
        <p:spPr>
          <a:xfrm>
            <a:off x="9521271" y="4867968"/>
            <a:ext cx="2101458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600" dirty="0"/>
              <a:t>Result</a:t>
            </a:r>
            <a:endParaRPr lang="zh-CN" altLang="en-US" sz="2600" dirty="0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418FFE81-DDE0-4F6F-A6B0-69CA2178FAB4}"/>
              </a:ext>
            </a:extLst>
          </p:cNvPr>
          <p:cNvSpPr/>
          <p:nvPr/>
        </p:nvSpPr>
        <p:spPr>
          <a:xfrm>
            <a:off x="6873235" y="2937851"/>
            <a:ext cx="1825179" cy="620233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770" tIns="48385" rIns="96770" bIns="483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905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69F2CE7-6692-4FCB-8EB7-32882048F1EB}"/>
              </a:ext>
            </a:extLst>
          </p:cNvPr>
          <p:cNvSpPr txBox="1"/>
          <p:nvPr/>
        </p:nvSpPr>
        <p:spPr>
          <a:xfrm>
            <a:off x="6531689" y="2480341"/>
            <a:ext cx="2508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 err="1">
                <a:solidFill>
                  <a:srgbClr val="2757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="1" dirty="0" err="1">
                <a:solidFill>
                  <a:srgbClr val="2C52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 err="1">
                <a:solidFill>
                  <a:srgbClr val="A546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-Portrait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68542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7000">
        <p:fade/>
      </p:transition>
    </mc:Choice>
    <mc:Fallback>
      <p:transition spd="med" advClick="0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3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583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834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11</Words>
  <Application>Microsoft Office PowerPoint</Application>
  <PresentationFormat>宽屏</PresentationFormat>
  <Paragraphs>5</Paragraphs>
  <Slides>1</Slides>
  <Notes>0</Notes>
  <HiddenSlides>0</HiddenSlides>
  <MMClips>3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施羽翔</dc:creator>
  <cp:lastModifiedBy>羽翔 施</cp:lastModifiedBy>
  <cp:revision>6</cp:revision>
  <dcterms:created xsi:type="dcterms:W3CDTF">2023-08-09T12:44:00Z</dcterms:created>
  <dcterms:modified xsi:type="dcterms:W3CDTF">2026-02-20T06:36:11Z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